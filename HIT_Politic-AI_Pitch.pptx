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HIT Politic-AI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BB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político inteligente via WhatsApp.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27889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candidato disponível para cada eleitor — 24h, sem equipe extra.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0" y="640080"/>
            <a:ext cx="1645920" cy="1645920"/>
          </a:xfrm>
          <a:prstGeom prst="ellipse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868680"/>
            <a:ext cx="1188720" cy="1188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GPT-4o + WhatsApp Business API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problema que resolvemos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822960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0604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sobrecarregada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Centenas de mensagens diárias impossíveis de responder manualmente com qualidade.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06040" cy="3291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29000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Eleitor sem resposta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23317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B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não recebe retorno perde o engajamento — e muitas vezes o voto.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0604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63640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errada na hora errada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3317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controle de horário e volume, o número do candidato corre risco de banimento.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o HIT Politic-AI faz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716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80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Atende eleitores 24h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88720" y="16916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treinada com as propostas do candidato responde dúvidas, informa local de votação e engaja automaticamente.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00600" y="109728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00600" y="1097280"/>
            <a:ext cx="73152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3716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280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Disparo controlado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532120" y="16916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Lembretes eleitorais em massa com delay anti-ban, blackout noturno e respeito ao limite diário da Meta.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97180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2971800"/>
            <a:ext cx="73152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461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completo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88720" y="35661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Veja conversas em tempo real, assuma o atendimento manualmente quando necessário e monitore métricas.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800600" y="297180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00600" y="2971800"/>
            <a:ext cx="73152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24612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3212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 e segurança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532120" y="35661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Opt-in obrigatório, dados cifrados em AES-256, e comando PARAR processa opt-out imediato.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funciona na prática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60120" y="109728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74520" y="1508760"/>
            <a:ext cx="5029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Eleitor manda mensagem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WhatsApp do candidato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63240" y="109728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977640" y="1508760"/>
            <a:ext cx="5029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responde em segundos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606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base nas propostas carregadas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66360" y="109728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80760" y="1508760"/>
            <a:ext cx="5029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Escalada inteligente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2606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Palavras-chave enviam para humano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69480" y="109728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7512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monitora tudo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2606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dashboard em tempo real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822960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37560"/>
            <a:ext cx="73152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4290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Eleitor: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"Qual a proposta do Dr. João para a saúde?"   </a:t>
            </a:r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Clara (IA):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"Ótima pergunta! A campanha prevê UBSs 24h, 500 novos médicos e mutirões de especialidades. Posso te enviar o plano completo?"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Números que importam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920240" cy="3657600"/>
          </a:xfrm>
          <a:prstGeom prst="rect">
            <a:avLst/>
          </a:prstGeom>
          <a:solidFill>
            <a:srgbClr val="0D2260"/>
          </a:solidFill>
          <a:ln w="12700">
            <a:solidFill>
              <a:srgbClr val="0D2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9202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B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contínuo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custo de plantão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920240" cy="3657600"/>
          </a:xfrm>
          <a:prstGeom prst="rect">
            <a:avLst/>
          </a:prstGeom>
          <a:solidFill>
            <a:srgbClr val="0D2260"/>
          </a:solidFill>
          <a:ln w="12700">
            <a:solidFill>
              <a:srgbClr val="0D22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005840"/>
            <a:ext cx="19202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3716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8×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56032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B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conversas atendidas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equipe manual equivalente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1920240" cy="3657600"/>
          </a:xfrm>
          <a:prstGeom prst="rect">
            <a:avLst/>
          </a:prstGeom>
          <a:solidFill>
            <a:srgbClr val="0D2260"/>
          </a:solidFill>
          <a:ln w="12700">
            <a:solidFill>
              <a:srgbClr val="0D22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005840"/>
            <a:ext cx="19202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3716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66344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B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média de opt-in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campanhas piloto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75120" y="1005840"/>
            <a:ext cx="1920240" cy="3657600"/>
          </a:xfrm>
          <a:prstGeom prst="rect">
            <a:avLst/>
          </a:prstGeom>
          <a:solidFill>
            <a:srgbClr val="0D2260"/>
          </a:solidFill>
          <a:ln w="12700">
            <a:solidFill>
              <a:srgbClr val="0D22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1005840"/>
            <a:ext cx="19202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3716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&lt;3s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76656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B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resposta da IA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qualquer pergunta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Planos e Investimento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651760" cy="3886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R$ 990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/mês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3288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514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número WhatsApp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5292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834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5.000 conversas/mês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7296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3154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conhecimento (3 docs)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93008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3474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básico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13048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77240" y="3794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por e-mail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3154680" y="960120"/>
            <a:ext cx="2651760" cy="38862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3154680" y="960120"/>
            <a:ext cx="265176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333756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BB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POPULAR</a:t>
            </a:r>
            <a:endParaRPr lang="en-US" sz="800" dirty="0"/>
          </a:p>
        </p:txBody>
      </p:sp>
      <p:sp>
        <p:nvSpPr>
          <p:cNvPr id="20" name="Text 13"/>
          <p:cNvSpPr/>
          <p:nvPr/>
        </p:nvSpPr>
        <p:spPr>
          <a:xfrm>
            <a:off x="3291840" y="1417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Campanha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3291840" y="1874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R$ 2.490</a:t>
            </a:r>
            <a:endParaRPr lang="en-US" sz="2800" dirty="0"/>
          </a:p>
        </p:txBody>
      </p:sp>
      <p:sp>
        <p:nvSpPr>
          <p:cNvPr id="22" name="Text 15"/>
          <p:cNvSpPr/>
          <p:nvPr/>
        </p:nvSpPr>
        <p:spPr>
          <a:xfrm>
            <a:off x="329184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/mês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2852928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611880" y="2834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números WhatsApp</a:t>
            </a:r>
            <a:endParaRPr lang="en-US" sz="10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172968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611880" y="3154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Conversas ilimitadas</a:t>
            </a:r>
            <a:endParaRPr lang="en-US" sz="1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3493008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611880" y="3474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conhecimento completa</a:t>
            </a:r>
            <a:endParaRPr lang="en-US" sz="10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7560" y="3813048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611880" y="3794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+ escalada humana</a:t>
            </a:r>
            <a:endParaRPr lang="en-US" sz="10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7560" y="4133088"/>
            <a:ext cx="201168" cy="20116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3611880" y="4114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Agendamentos em massa</a:t>
            </a:r>
            <a:endParaRPr lang="en-US" sz="100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7560" y="4453128"/>
            <a:ext cx="201168" cy="20116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3611880" y="4434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prioritário</a:t>
            </a:r>
            <a:endParaRPr lang="en-US" sz="1000" dirty="0"/>
          </a:p>
        </p:txBody>
      </p:sp>
      <p:sp>
        <p:nvSpPr>
          <p:cNvPr id="35" name="Shape 22"/>
          <p:cNvSpPr/>
          <p:nvPr/>
        </p:nvSpPr>
        <p:spPr>
          <a:xfrm>
            <a:off x="5989320" y="960120"/>
            <a:ext cx="2651760" cy="3886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36" name="Text 23"/>
          <p:cNvSpPr/>
          <p:nvPr/>
        </p:nvSpPr>
        <p:spPr>
          <a:xfrm>
            <a:off x="612648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37" name="Text 24"/>
          <p:cNvSpPr/>
          <p:nvPr/>
        </p:nvSpPr>
        <p:spPr>
          <a:xfrm>
            <a:off x="612648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Sob consulta</a:t>
            </a:r>
            <a:endParaRPr lang="en-US" sz="18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2200" y="2532888"/>
            <a:ext cx="201168" cy="201168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6446520" y="2514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Multi-candidato (até 10)</a:t>
            </a:r>
            <a:endParaRPr lang="en-US" sz="1000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2200" y="2852928"/>
            <a:ext cx="201168" cy="201168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6446520" y="2834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garantido</a:t>
            </a:r>
            <a:endParaRPr lang="en-US" sz="1000" dirty="0"/>
          </a:p>
        </p:txBody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2200" y="3172968"/>
            <a:ext cx="201168" cy="201168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6446520" y="3154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dedicado</a:t>
            </a:r>
            <a:endParaRPr lang="en-US" sz="1000" dirty="0"/>
          </a:p>
        </p:txBody>
      </p:sp>
      <p:pic>
        <p:nvPicPr>
          <p:cNvPr id="4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72200" y="3493008"/>
            <a:ext cx="201168" cy="201168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6446520" y="3474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com sistemas próprios</a:t>
            </a:r>
            <a:endParaRPr lang="en-US" sz="1000" dirty="0"/>
          </a:p>
        </p:txBody>
      </p:sp>
      <p:pic>
        <p:nvPicPr>
          <p:cNvPr id="4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72200" y="3813048"/>
            <a:ext cx="201168" cy="201168"/>
          </a:xfrm>
          <a:prstGeom prst="rect">
            <a:avLst/>
          </a:prstGeom>
        </p:spPr>
      </p:pic>
      <p:sp>
        <p:nvSpPr>
          <p:cNvPr id="47" name="Text 29"/>
          <p:cNvSpPr/>
          <p:nvPr/>
        </p:nvSpPr>
        <p:spPr>
          <a:xfrm>
            <a:off x="6446520" y="3794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personalizados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Pronto para testar?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B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Fazemos um piloto gratuito de 7 dias com dados reais da sua campanha.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1460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4963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nos envia o plano de governo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90088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971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Configuramos a IA em 48h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465576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34472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testa com eleitores reais antes de pagar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411480" y="4069080"/>
            <a:ext cx="384048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11480" y="4069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Quero o piloto gratuito →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57200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hit-projeto.vercel.app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572000" y="4480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contato@hitpoliticai.com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Politic-AI</dc:title>
  <dc:subject>PptxGenJS Presentation</dc:subject>
  <dc:creator>PptxGenJS</dc:creator>
  <cp:lastModifiedBy>PptxGenJS</cp:lastModifiedBy>
  <cp:revision>1</cp:revision>
  <dcterms:created xsi:type="dcterms:W3CDTF">2026-04-15T03:20:03Z</dcterms:created>
  <dcterms:modified xsi:type="dcterms:W3CDTF">2026-04-15T03:20:03Z</dcterms:modified>
</cp:coreProperties>
</file>